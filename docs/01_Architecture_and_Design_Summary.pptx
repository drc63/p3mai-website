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9A227"/>
                </a:solidFill>
                <a:latin typeface="Segoe UI Semibold"/>
              </a:rPr>
              <a:t>P3MAI  ·  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Segoe UI Semibold"/>
              </a:rPr>
              <a:t>Architecture &amp;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8D2E0"/>
                </a:solidFill>
                <a:latin typeface="Segoe UI"/>
              </a:rPr>
              <a:t>Structure &amp; design of the P3MAI website — summary (v2.0)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FB0C4"/>
                </a:solidFill>
                <a:latin typeface="Segoe UI"/>
              </a:rPr>
              <a:t>DOC-01  ·  Summary  ·  v1.0  ·  1 August 2026  ·  OFFICIAL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What it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B6675"/>
                </a:solidFill>
                <a:latin typeface="Segoe UI"/>
              </a:rPr>
              <a:t>“AI-Enabled · Sovereign · Safe · Proven.”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Public business site for P3MAI — Board-level positioning.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12 pages + 2 estimators + ONE PHP endpoint (contact.php).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Hand-built HTML/CSS/JS — no framework, no build step.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Site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Services opens 3 detail pages, the estimator and 6 live apps; Blog opens 4 full articles.</a:t>
            </a:r>
          </a:p>
        </p:txBody>
      </p:sp>
      <p:pic>
        <p:nvPicPr>
          <p:cNvPr id="5" name="Picture 4" descr="web_site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028" y="2057400"/>
            <a:ext cx="7045638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Technology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138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Aspect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Choice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Markup / style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HTML5 · one CSS design system (?v=N versioned)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Behaviour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Vanilla JS (script.js ?v=N) — env-aware links, context CTAs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Server-side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contact.php only — the mail handler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Brand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Navy #0B2545 · gold #C9A227 · Poppins · two-tone P3M+AI wordmark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Hosting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Rise (UK cPanel/FTP) behind StackCDN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Front-end behaviour (script.js)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Env-aware app links — six buttons swap to apps.p3mai.com/&lt;slug&gt; in prod.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Context CTAs: ?interest= (service) and ?details= (estimator basket) prefill the contact form.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Real form submission via fetch → contact.php → drcolvin@p3mai.com.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Page transitions, hamburger nav, reveal-on-scroll, validation.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Hosting &amp; publishing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Rise + StackCDN for the site; Render front door for the apps; PHP mail pipeline.</a:t>
            </a:r>
          </a:p>
        </p:txBody>
      </p:sp>
      <p:pic>
        <p:nvPicPr>
          <p:cNvPr id="5" name="Picture 4" descr="web_hos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028" y="2057400"/>
            <a:ext cx="7045638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4922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Decision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Why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Static + one PHP endpoint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Fast, robust; email needs exactly one server 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Byte-identical header/footer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One consistent shell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Context-carrying CTAs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Every enquiry arrives naming its origin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?v=N asset versioning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StackCDN caches by exact URL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No fabricated content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Grounded in the real CV; testimonials dormant until real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Activate testimonials when real quotes land (MKT-08) → CTA pivot (MKT-09).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Analytics + email capture (MKT-01/02) — the funnel runs unmeasured today.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