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Structure &amp; design of the P3MAI website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DOC-01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it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Simple, fast, robust.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Public business site for P3MAI.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Five pages + a standalone Project Cost Estimator.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Hand-built static site — HTML/CSS/JS, no framework, no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Home links five pages; Services links the two P3MAI apps.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737" y="2057400"/>
            <a:ext cx="702822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Aspect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Choice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Markup / 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HTML5 · one CSS design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Behaviour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Vanilla JS (script.js) — no framework/build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Navy #0B2545 · gold #C9A227 · Poppins · pyramid 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shared cPanel/FTP)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Front-end behaviour (script.js)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Env-aware app links (localhost in dev, live domain in prod).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Page-transition overlay; responsive hamburger nav.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Reveal-on-scroll; contact-form validation; smooth scroll.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Hosting &amp; publishing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Publish approved files by FTP into Rise public_html.</a:t>
            </a:r>
          </a:p>
        </p:txBody>
      </p:sp>
      <p:pic>
        <p:nvPicPr>
          <p:cNvPr id="5" name="Picture 4" descr="web_h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Services page → PMO Service (Example) and PRINCE2 Method Map.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Both env-aware; both link back to the site.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Cost estimator directs enquiries to hello@P3MAI.com.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Static, no framework/build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Fast, robust, trivially hostable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Byte-identical header/footer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One consistent shell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Env-aware links in 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Cross-links work in dev and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No fabricated content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Everything grounded in the real CV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Switch the Method Map link to prince2.p3mai.com once DNS resolves.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More blog content; optional analytics.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DOC-01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