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Operation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Maintaining &amp; publishing the P3MAI website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DOC-03  ·  Summary  ·  v1.0  ·  1 August 2026  ·  OFFICIAL-SENSITIVE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System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Item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github.com/DRC63/p3mai-website (private)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Hosting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(UK shared cPanel/FTP)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Live URL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Local preview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python -m http.server 4173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Editing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One HTML file per page; shared style.css and script.js.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Keep the header/footer byte-identical across pages (diff after edits).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Verify: CSS braces, HTML tags, node --check script.js.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Env-aware app links — the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Localhost hrefs in services.html are intentional dev defaults.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script.js rewrites them to live URLs in production.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To change a target, edit the swap value in script.js — NOT the HTML.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Switch Method Map to prince2.p3mai.com once DNS resolves.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Publishing to Rise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C0392B"/>
                </a:solidFill>
                <a:latin typeface="Segoe UI"/>
              </a:rPr>
              <a:t>•  Upload ONLY the approved files into public_html — never the whole folder.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Allow-list: the 6 HTML pages, style.css, script.js, favicon, logo set, douglas.jpg, blog thumbs.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folder also holds the CV, source images, docs and memory — keep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DNS &amp; domains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066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Host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Points 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Rise (this site)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app.p3mai.com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(PMO Service)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prince2.p3mai.com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Render (Method Map, DNS pending)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Troubleshooting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App link shows localhost live → confirm script.js runs.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Cross-links broken locally → serve over http://localhost:4173, not file://.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Header/footer differ → diff pages, restore the shared shell.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private file went live → remove it, re-publish only the allow-list.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Publish an update (runbook)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Edit → preview at :4173 → verify → commit &amp; push → FTP the changed allow-list files.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OFFICIAL-SENSITIVE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DOC-03  ·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