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Maintaining &amp; publishing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github.com/DRC63/p3mai-website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cPanel/FTP) behind StackCDN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 / mailbox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 · drcolvin@p3mai.com (via contact.php)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Local preview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python -m http.server 4173 (or start-local.bat)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Asset versions (this issue)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style.css?v=7 · script.js?v=8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CDN cache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Any CSS/JS change ⇒ bump its ?v=N in EVERY page and re-upload together.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NEVER probe the next ?v=N before the file is deployed — it poisons the cache.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Verify origin with a throwaway query first; pre-warm the real URL after deploy.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HIT + old last-modified = stale cache; fresh mtime + old content = wrong zip.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contact-mail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contact.html → contact.php → drcolvin@p3mai.com (Reply-To = visitor).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Honeypot drops bots silently; header-injection guard; length caps.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PHP doesn't run locally — the form only fully works on Rise.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any form change: curl test + confirm the email actually arrives.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Publishing to Rise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Upload ONLY the allow-list into public_html — never the whole folder.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Allow-list: 14 HTML pages + contact.php + CSS/JS + favicon + 2 logos + 12 images.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Zip hygiene: distinct names per release, fingerprint check, delete after extract.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DNS &amp; domains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066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Host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Points 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(this site)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front door — all six apps at /&lt;slug&gt;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app.p3mai.com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Legacy 301 → apps.p3mai.com/pmo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quick hits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CSS/JS change invisible live → cache: bump ?v=N + pre-warm.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Fresh upload, old content → wrong zip extracted: check the fingerprint.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enquiry emails → run the curl mail test; check spam + Rise mail logs.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Cross-links broken locally → serve over http://, never file://.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 an update (runbook)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Edit → preview :4173 → verify (shell diff, braces/tags, node --check) →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bump ?v=N if CSS/JS changed → commit &amp; push → upload allow-list files →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verify live + pre-warm → mail-test if the form was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