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  <a:latin typeface="Segoe UI Semibold"/>
              </a:rPr>
              <a:t>P3MAI  ·  METHOD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Operation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8D2E0"/>
                </a:solidFill>
                <a:latin typeface="Segoe UI"/>
              </a:rPr>
              <a:t>Maintaining &amp; publishing the P3MAI website — summary (v2.0)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FB0C4"/>
                </a:solidFill>
                <a:latin typeface="Segoe UI"/>
              </a:rPr>
              <a:t>DOC-03  ·  Summary  ·  v1.0  ·  1 August 2026  ·  OFFICIAL-SENSITIVE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System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9164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7724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Item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Value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Repository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github.com/DRC63/p3mai-website (private)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Hosting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Rise (UK cPanel/FTP) behind StackCDN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Live URL / mailbox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p3mai.com · drcolvin@p3mai.com (via contact.php)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Local preview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python -m http.server 4173 (or start-local.bat)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Asset versions (this issue)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style.css?v=7 · script.js?v=8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OFFICIAL-SENSITIVE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DOC-03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The CDN cache discipline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C0392B"/>
                </a:solidFill>
                <a:latin typeface="Segoe UI"/>
              </a:rPr>
              <a:t>•  Any CSS/JS change ⇒ bump its ?v=N in EVERY page and re-upload together.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C0392B"/>
                </a:solidFill>
                <a:latin typeface="Segoe UI"/>
              </a:rPr>
              <a:t>•  NEVER probe the next ?v=N before the file is deployed — it poisons the cache.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Verify origin with a throwaway query first; pre-warm the real URL after deploy.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HIT + old last-modified = stale cache; fresh mtime + old content = wrong zip.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OFFICIAL-SENSITIVE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DOC-03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The contact-mail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contact.html → contact.php → drcolvin@p3mai.com (Reply-To = visitor).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Honeypot drops bots silently; header-injection guard; length caps.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PHP doesn't run locally — the form only fully works on Rise.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After any form change: curl test + confirm the email actually arrives.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OFFICIAL-SENSITIVE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DOC-03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Publishing to Rise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C0392B"/>
                </a:solidFill>
                <a:latin typeface="Segoe UI"/>
              </a:rPr>
              <a:t>•  Upload ONLY the allow-list into public_html — never the whole folder.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Allow-list: 14 HTML pages + contact.php + CSS/JS + favicon + 2 logos + 12 images.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Zip hygiene: distinct names per release, fingerprint check, delete after extract.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OFFICIAL-SENSITIVE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DOC-03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DNS &amp; domains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9164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4066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Host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Points to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p3mai.com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Rise (this site)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apps.p3mai.com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Render front door — all six apps at /&lt;slug&gt;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app.p3mai.com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Legacy 301 → apps.p3mai.com/pmo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OFFICIAL-SENSITIVE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DOC-03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Troubleshooting quick hits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CSS/JS change invisible live → cache: bump ?v=N + pre-warm.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Fresh upload, old content → wrong zip extracted: check the fingerprint.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No enquiry emails → run the curl mail test; check spam + Rise mail logs.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Cross-links broken locally → serve over http://, never file://.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OFFICIAL-SENSITIVE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DOC-03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Publish an update (runbook)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Edit → preview :4173 → verify (shell diff, braces/tags, node --check) →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bump ?v=N if CSS/JS changed → commit &amp; push → upload allow-list files →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verify live + pre-warm → mail-test if the form was touched.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OFFICIAL-SENSITIVE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DOC-03  ·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