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A guide to the P3MAI website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DOC-02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Site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Five pages + a standalone estimator.</a:t>
            </a:r>
          </a:p>
        </p:txBody>
      </p:sp>
      <p:pic>
        <p:nvPicPr>
          <p:cNvPr id="5" name="Picture 4" descr="web_site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1737" y="2057400"/>
            <a:ext cx="702822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pages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Home — intro, track record, call to action.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About — bio, career timeline, certifications.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Services — Program / Project / PMO cards + comparison.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Blog — AI / PM articles.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Contact — validated form, details,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Services page — the two apps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Project Management card → PRINCE2 Method Map.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PMO card → Example → the PMO Service app.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Each app links back to the website.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Project Cost Estimator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A quick, private guide to likely project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standalone interactive calculator.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Pick options → instant estimate in real time.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Nothing stored; points you to hello@P3MAI.com.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Good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Fully responsive — works on mobile with a hamburger menu.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estimate is indicative — contact P3MAI for a tailored quote.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Consistent navy/gold header &amp; footer throughout.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