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A guide to the P3MAI website — summary (v2.0)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Site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5 main areas → 3 service pages, 4 articles, the estimator, 6 live apps.</a:t>
            </a:r>
          </a:p>
        </p:txBody>
      </p:sp>
      <p:pic>
        <p:nvPicPr>
          <p:cNvPr id="5" name="Picture 4" descr="web_site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pages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Home — problem-led hero, named clients, story, track record, the 3-step ladder.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About — nine industries, six-milestone timeline, sovereign-and-safe credentials.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Services — 3 cards with who-it's-for, Service Details pages, 6 app buttons.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Blog — 4 posts, each with a full Read-more article.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Contact — the form knows where you came from; enquiries email P3MAI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Services Cost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P3MAI's real catalogue, priced interactively.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Pick a service line, products, POTI dimensions, tier, licence, days, maintenance.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Live totals in AED / GBP / USD in the summary rail.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Get a Detailed Quote → contact form with your full basket pre-written.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Nothing stored until you choose to 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six apps (all free to explore)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PMO Example + P3M3 Maturity Assessment (PMO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PRINCE2 / SAFe / PMBOK Method Maps (Project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MSP Method Map (Program card).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 at apps.p3mai.com/&lt;slug&gt;; each links back to the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Start Where It Suits You: free tools → products → talk to Douglas.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Estimates are indicative — final pricing follows a scoping conversation.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Fully responsive; consistent navy/gold shell throughout.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